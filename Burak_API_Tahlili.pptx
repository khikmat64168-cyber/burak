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9760" y="18288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3C3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4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BURAK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85800" y="2377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E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 Management System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971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Barcha API Endpointlar — Kod Oqimi Tahlili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931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D2D30"/>
          </a:solidFill>
          <a:ln w="15875">
            <a:solidFill>
              <a:srgbClr val="569C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58585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60320" y="3931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D2D30"/>
          </a:solidFill>
          <a:ln w="15875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908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58585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931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D2D30"/>
          </a:solidFill>
          <a:ln w="15875">
            <a:solidFill>
              <a:srgbClr val="DCDC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58585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D2D30"/>
          </a:solidFill>
          <a:ln w="15875">
            <a:solidFill>
              <a:srgbClr val="CE91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Schema/Model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1812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58585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83880" y="393192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2D2D30"/>
          </a:solidFill>
          <a:ln w="15875">
            <a:solidFill>
              <a:srgbClr val="6A99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3931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 ·  TypeScript  ·  Express  ·  MongoDB  ·  EJS  ·  Multer  ·  bcrypt   |   MVC arxitekturasi   |   12 endpoint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Slaydni qanday o'qish kerak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 bir endpoint quyidagi 5 qatlamdan o'tadi. Ranglar har slaydda bir xil ma'noni bildiradi.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" cy="749808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691640"/>
            <a:ext cx="10789920" cy="749808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4650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09397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0" y="169164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URL + middleware zanjiri — so'rov qaysi controllerga boradi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128016" cy="749808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" y="2587752"/>
            <a:ext cx="10789920" cy="749808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4261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*.controller(s).ts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2587752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req.body / req.params / req.files dan ma'lumot olib, service'ga uzatadi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83864"/>
            <a:ext cx="128016" cy="749808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3483864"/>
            <a:ext cx="10789920" cy="749808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53872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*.service.ts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3483864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Biznes logika: bcrypt, validatsiya, shapeIntoMongooseObjectId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379976"/>
            <a:ext cx="128016" cy="749808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" y="4379976"/>
            <a:ext cx="10789920" cy="749808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4348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/ MODEL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47823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*.model.ts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4379976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Mongoose metodi orqali MongoDB'ga murojaat (find/create/...)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276088"/>
            <a:ext cx="128016" cy="749808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" y="5276088"/>
            <a:ext cx="10789920" cy="749808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3309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0120" y="567842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res.*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5276088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render (SSR) · json (SPA) · redirect · send(script)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#call</a:t>
            </a:r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bir fayl boshqasini chaqiradi      </a:t>
            </a:r>
            <a:pPr indent="0" marL="0">
              <a:buNone/>
            </a:pPr>
            <a:r>
              <a:rPr lang="en-US" sz="13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= shu yerda ta'riflanadi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165201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29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router-admin.ts:21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routerAdmin.get('/', goHome)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Middleware yo'q — himoyalanmagan, to'g'ridan controllerga.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40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0192"/>
            <a:ext cx="128016" cy="1652016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3060192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59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383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restaurant.controller.ts:45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69920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96768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goHome(req, res)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{ res.render('home') } — hech qanday service chaqirilmaydi.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693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13376"/>
            <a:ext cx="128016" cy="1652016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4913376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59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5023104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949952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res.render('home')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→ home.ejs server tomonida HTML qilib qaytariladi.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/admin/signup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165201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29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router-admin.ts:29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routerAdmin.get('/signup', getSignup)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40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0192"/>
            <a:ext cx="128016" cy="1652016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3060192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59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383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restaurant.controller.ts:62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69920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96768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getSignup(req, res)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Faqat ro'yxatdan o'tish sahifasini ko'rsatadi.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693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13376"/>
            <a:ext cx="128016" cy="1652016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4913376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59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5023104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949952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res.render('signup')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→ signup.ejs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E9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/admin/signup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router-admin.ts:38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makeUploader('members').any() → processSignup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Multer 'members' papkaga rasm yuklaydi, keyin controller.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restaurant.controller.ts:101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req.files[0] → memberImage = file.path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newMember.memberType = RESTAURANT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processSignup() dan keyin: req.session.member = result → save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Member.service.ts:119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bcrypt.genSalt() → bcrypt.hash(password, salt)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memberModel.create(input)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result.memberPassword = '' (parol javobdan olib tashlanadi)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Member.model.ts:71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MemberModel.create()  →  'members' kolleksiyasi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index: memberNick, memberPhone · select:false password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res.redirect('/admin/product/all')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447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Xato → alert script + /admin/signup ga qaytaradi.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/admin/login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165201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29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router-admin.ts:44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routerAdmin.get('/login', getLogin)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40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0192"/>
            <a:ext cx="128016" cy="1652016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3060192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59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383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restaurant.controller.ts:79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69920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96768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getLogin(req, res)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Login sahifasini ko'rsatadi (SSR).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693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13376"/>
            <a:ext cx="128016" cy="1652016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4913376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59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5023104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949952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res.render('login')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→ login.ejs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E9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/admin/login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router-admin.ts:53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routerAdmin.post('/login', processLogin)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Uploader yo'q — faqat JSON/form body.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restaurant.controller.ts:189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LoginInput = req.body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processLogin() → req.session.member = result → save → redirect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Member.service.ts:167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findOne({memberNick}).select('+memberPassword')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bcrypt.compare(input, member.memberPassword)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findById(member._id)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Member.model.ts:71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findOne()  +  findById()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 select:false bo'lgani uchun qo'lda +memberPassword.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res.redirect('/admin/product/all')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447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Nick yo'q / parol xato → alert script.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/admin/logout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165201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29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router-admin.ts:61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routerAdmin.get('/logout', logout)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40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0192"/>
            <a:ext cx="128016" cy="1652016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3060192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59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383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restaurant.controller.ts:145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69920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96768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req.session.destroy(() =&gt; res.redirect('/admin'))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Sessiya MongoDB 'sessions' kolleksiyasidan o'chiriladi.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693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13376"/>
            <a:ext cx="128016" cy="1652016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4913376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59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5023104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949952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res.redirect('/admin')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/admin/check-me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8585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 OCHIQ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1652016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529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router-admin.ts:63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routerAdmin.get('/check-me', checkAuthSession)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840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60192"/>
            <a:ext cx="128016" cy="1652016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3060192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0591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383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restaurant.controller.ts:219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169920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3096768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(req.session?.member) → memberNick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Message.NOT_AUTHENTICATED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6939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913376"/>
            <a:ext cx="128016" cy="1652016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4913376"/>
            <a:ext cx="11119104" cy="1652016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9590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res.send(script)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5023104"/>
            <a:ext cx="0" cy="143256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4949952"/>
            <a:ext cx="7360920" cy="1578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res.send(`&lt;script&gt;alert(...)&lt;/script&gt;`)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Service/Model chaqirilmaydi — faqat sessiya tekshiruvi.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/admin/product/all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F4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router-admin.ts:67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verifyRestaurant → getAllProducts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verifyRestaurant: memberType === RESTAURANT bo'lsa next().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product.controllers.ts:44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data = await productService.getAllProducts()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Natijani 'products' nomi bilan EJS'ga uzatadi.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Product.service.ts:40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productModel.find().exec()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(!result) → NOT_FOUND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Product.model.ts:73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ProductModel.find()  →  'products' kolleksiyasi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res.render('products', { products: data })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→ products.ejs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E9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/admin/product/create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F4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router-admin.ts:73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verifyRestaurant → makeUploader('products').any() → createNewProduct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product.controllers.ts:66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data.productImages = req.files.map(e =&gt; e.path.replace(/\\/g,'/'))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(!req.files.length) → CREATE_FAILED. So'ng createNewProduct(data).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Product.service.ts:48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await productModel.create(input)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→ CREATE_FAILED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Product.model.ts:73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ProductModel.create(input)  →  'products'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index: productName + productSize + productVolume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res.send(script)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res.send(`&lt;script&gt;alert('Successful creation')...&lt;/script&gt;`)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/admin/product/all ga redirect qiladi.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E9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/admin/product/:id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F4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router-admin.ts:81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verifyRestaurant → makeUploader('products').any() → updateChosenProduct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product.controllers.ts:106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id = req.params.id as string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updateChosenProduct(id, req.body)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Product.service.ts:57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= shapeIntoMongooseObjectId(id)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findOneAndUpdate({_id: id}, input, { new: true })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Product.model.ts:73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ProductModel.findOneAndUpdate()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{ new: true } → yangilangandan KEYINgi hujjat qaytadi.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res.status(200).json({ data: result })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 / JSON — frontend JavaScript qayta ishlaydi.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569CD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/admin/user/all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F4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router-admin.ts:89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verifyRestaurant → getUsers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restaurant.controller.ts:158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await memberService.getUsers()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res.render('users', { users: result })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Member.service.ts:200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memberModel.find({ memberType: USER }).exec()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Faqat oddiy foydalanuvchilar (RESTAURANT emas).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Member.model.ts:71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MemberModel.find({ memberType: 'USER' })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res.render('users', { users: result })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→ users.ejs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C3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0" y="411480"/>
            <a:ext cx="1051560" cy="502920"/>
          </a:xfrm>
          <a:prstGeom prst="roundRect">
            <a:avLst>
              <a:gd name="adj" fmla="val 10909"/>
            </a:avLst>
          </a:prstGeom>
          <a:solidFill>
            <a:srgbClr val="CE9178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411480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0" y="4114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/admin/user/edit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195560" y="41148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252526"/>
          </a:solidFill>
          <a:ln w="15875">
            <a:solidFill>
              <a:srgbClr val="F447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95560" y="411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AUTH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128016" cy="910742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Shape 7"/>
          <p:cNvSpPr/>
          <p:nvPr/>
        </p:nvSpPr>
        <p:spPr>
          <a:xfrm>
            <a:off x="585216" y="120700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25272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78856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router-admin.ts:95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131673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60520" y="124358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verifyRestaurant → updateChosenUser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09946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18918"/>
            <a:ext cx="128016" cy="910742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16" name="Shape 14"/>
          <p:cNvSpPr/>
          <p:nvPr/>
        </p:nvSpPr>
        <p:spPr>
          <a:xfrm>
            <a:off x="585216" y="2318918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36463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290047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restaurant.controller.ts:171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2428646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60520" y="2355494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updateChosenUser(req.body)  // MemberUpdateInput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{ _id, memberStatus, ... 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21137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0829"/>
            <a:ext cx="128016" cy="910742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" y="343082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47654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012387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Member.service.ts:208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931920" y="354055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46740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input._id = shapeIntoMongooseObjectId(input._id)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findByIdAndUpdate({_id: input._id}, input, { new: true })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4323283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42739"/>
            <a:ext cx="128016" cy="910742"/>
          </a:xfrm>
          <a:prstGeom prst="rect">
            <a:avLst/>
          </a:prstGeom>
          <a:solidFill>
            <a:srgbClr val="CE9178"/>
          </a:solidFill>
          <a:ln/>
        </p:spPr>
      </p:sp>
      <p:sp>
        <p:nvSpPr>
          <p:cNvPr id="30" name="Shape 28"/>
          <p:cNvSpPr/>
          <p:nvPr/>
        </p:nvSpPr>
        <p:spPr>
          <a:xfrm>
            <a:off x="585216" y="4542739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588459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12429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Member.model.ts:71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931920" y="4652467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4579315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MemberModel.findByIdAndUpdate()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447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(!result) → UPDATE_FAILED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43519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#call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5654650"/>
            <a:ext cx="128016" cy="910742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37" name="Shape 35"/>
          <p:cNvSpPr/>
          <p:nvPr/>
        </p:nvSpPr>
        <p:spPr>
          <a:xfrm>
            <a:off x="585216" y="5654650"/>
            <a:ext cx="11119104" cy="910742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70037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62362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res.json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931920" y="5764378"/>
            <a:ext cx="0" cy="691286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0520" y="5691226"/>
            <a:ext cx="7360920" cy="837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res.status(200).json({ data: result })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 / JSON.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verifyRestaurant — himoya middleware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restaurant.controller.ts:260 — har bir /product/* va /user/* endpointidan OLDIN ishlaydi.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252526"/>
          </a:solidFill>
          <a:ln w="15875">
            <a:solidFill>
              <a:srgbClr val="569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req.session?.member?.memberType === MemberType.RESTAURANT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252526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TRUE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req.member = req.session.member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next()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So'rov keyingi controllerga o'tadi.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926080"/>
            <a:ext cx="5349240" cy="2651760"/>
          </a:xfrm>
          <a:prstGeom prst="roundRect">
            <a:avLst>
              <a:gd name="adj" fmla="val 2069"/>
            </a:avLst>
          </a:prstGeom>
          <a:solidFill>
            <a:srgbClr val="252526"/>
          </a:solidFill>
          <a:ln w="19050">
            <a:solidFill>
              <a:srgbClr val="F447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3108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 FALSE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374904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alert('NOT_AUTHENTICATED')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window.location.replace('/admin/login')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Controllerga umuman yetib bormaydi.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Himoyalangan: /product/all · /product/create · /product/:id · /user/all · /user/edit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bcrypt — parolni xavfsiz saqlash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Member.service.ts — processSignup (hash) va processLogin (compare)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28016" cy="182880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691640"/>
            <a:ext cx="10753344" cy="1828800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SIGNUP  →  hash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"password123"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bcrypt.genSalt()  →  "$2b$10$randomSalt..."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bcrypt.hash("password123", salt)  →  "$2b$10$hash..."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memberModel.create()  →  MongoDB'ga HASH saqlanadi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28016" cy="182880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9" name="Shape 7"/>
          <p:cNvSpPr/>
          <p:nvPr/>
        </p:nvSpPr>
        <p:spPr>
          <a:xfrm>
            <a:off x="768096" y="3749040"/>
            <a:ext cx="10753344" cy="1828800"/>
          </a:xfrm>
          <a:prstGeom prst="rect">
            <a:avLst/>
          </a:prstGeom>
          <a:solidFill>
            <a:srgbClr val="252526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 →  compare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3891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bcrypt.compare("password123",  "$2b$10$hash...")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true  yoki  false</a:t>
            </a:r>
            <a:endParaRPr lang="en-US" sz="1350" dirty="0"/>
          </a:p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Hashni qayta ochib bo'lmaydi — faqat solishtiriladi (bir tomonlama).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Schema: memberPassword → select:false — odatdagi so'rovlarda qaytarilmaydi.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ObjectId  &amp;  { new: true }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52526"/>
          </a:solidFill>
          <a:ln w="15875">
            <a:solidFill>
              <a:srgbClr val="DCDC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shapeIntoMongooseObjectId()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Nega kerak?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Postman:  "6a2d0a86..."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(oddiy string)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MongoDB:  ObjectId("6a2d0a86...")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(ObjectId tipi)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3840480"/>
            <a:ext cx="4892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2336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findOneAndUpdate({_id: "string"})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topilmaydi  ✕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findOneAndUpdate({_id: ObjectId(...)})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topiladi  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52526"/>
          </a:solidFill>
          <a:ln w="15875">
            <a:solidFill>
              <a:srgbClr val="CE91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new: true 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65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findOneAndUpdate qaysi hujjatni qaytaradi?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3774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47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new: false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yangilanishdan OLDINGI doc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new: true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yangilangandan KEYINgi doc  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Ishlatilgan joylar: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updateChosenProduct → findOneAndUpdate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updateChosenUser → findByIdAndUpdate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 vs  SPA — javob turlari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52526"/>
          </a:solidFill>
          <a:ln w="19050">
            <a:solidFill>
              <a:srgbClr val="6A99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99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SSR  (Server Side Rendering)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res.render('products', { products })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tayyor HTML yasaydi →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brauzer to'liq sahifani oladi.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4892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Endpointlar: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goHome · getSignup · getLogin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getAllProducts → products.ejs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getUsers → users.ejs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252526"/>
          </a:solidFill>
          <a:ln w="19050">
            <a:solidFill>
              <a:srgbClr val="4EC9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9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 / API  (JSON)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res.status(200).json({ data })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 JSON qaytaradi →</a:t>
            </a:r>
            <a:endParaRPr lang="en-US" sz="1250" dirty="0"/>
          </a:p>
          <a:p>
            <a:pPr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JavaScript qayta ishlaydi.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0" y="3246120"/>
            <a:ext cx="4892040" cy="0"/>
          </a:xfrm>
          <a:prstGeom prst="line">
            <a:avLst/>
          </a:prstGeom>
          <a:noFill/>
          <a:ln w="12700">
            <a:solidFill>
              <a:srgbClr val="3C3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383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D4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Endpointlar: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74904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updateChosenProduct  (POST /product/:id)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updateChosenUser  (POST /user/edit)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Aralash: alert script (res.send) — processSignup, createNewProduct, check-me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Barcha 12 endpoint — umumiy jadval</a:t>
            </a:r>
            <a:endParaRPr lang="en-US" sz="2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108813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4206240"/>
                <a:gridCol w="1280160"/>
                <a:gridCol w="3474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Method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URL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Response</a:t>
                      </a:r>
                      <a:endParaRPr lang="en-US" sz="14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HTML · home.ejs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/admin/signup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HTML · signup.ejs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3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E917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/admin/signup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redirect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4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/admin/login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HTML · login.ejs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5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E917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/admin/login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redirect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6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/admin/logout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redirect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7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/admin/check-me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8585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—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alert script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8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/admin/product/all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474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HTML · products.ejs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9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E917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/admin/product/create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474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alert script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10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E917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/admin/product/:id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474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JSON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11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569CD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/admin/user/all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474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HTML · users.ejs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2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12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CE917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POST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/admin/user/edit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44747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AUTH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4D4D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JSON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C3C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585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ochiq · 5 himoyalangan   |   5 SSR · 2 JSON · 2 redirect · 2 alert script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Burak — API Endpointlar Tahlili</dc:title>
  <dc:subject>PptxGenJS Presentation</dc:subject>
  <dc:creator>Burak Project</dc:creator>
  <cp:lastModifiedBy>Burak Project</cp:lastModifiedBy>
  <cp:revision>1</cp:revision>
  <dcterms:created xsi:type="dcterms:W3CDTF">2026-06-19T20:28:03Z</dcterms:created>
  <dcterms:modified xsi:type="dcterms:W3CDTF">2026-06-19T20:28:03Z</dcterms:modified>
</cp:coreProperties>
</file>